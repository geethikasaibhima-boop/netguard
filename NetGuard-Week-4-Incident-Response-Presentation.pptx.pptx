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41ACE-4047-40F5-891C-150A5D4B81CF}" v="35" dt="2026-09-08T07:54:27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THIKA SAI BHIMA" userId="db92b93b9e4a4090" providerId="LiveId" clId="{D7CF3150-B6A2-4E88-850F-69BC6CE0A2E6}"/>
    <pc:docChg chg="undo custSel addSld delSld modSld">
      <pc:chgData name="GEETHIKA SAI BHIMA" userId="db92b93b9e4a4090" providerId="LiveId" clId="{D7CF3150-B6A2-4E88-850F-69BC6CE0A2E6}" dt="2026-09-08T07:54:48.890" v="254" actId="14100"/>
      <pc:docMkLst>
        <pc:docMk/>
      </pc:docMkLst>
      <pc:sldChg chg="addSp modSp new mod">
        <pc:chgData name="GEETHIKA SAI BHIMA" userId="db92b93b9e4a4090" providerId="LiveId" clId="{D7CF3150-B6A2-4E88-850F-69BC6CE0A2E6}" dt="2026-09-08T07:41:35.771" v="66" actId="1076"/>
        <pc:sldMkLst>
          <pc:docMk/>
          <pc:sldMk cId="501200823" sldId="256"/>
        </pc:sldMkLst>
        <pc:spChg chg="mod">
          <ac:chgData name="GEETHIKA SAI BHIMA" userId="db92b93b9e4a4090" providerId="LiveId" clId="{D7CF3150-B6A2-4E88-850F-69BC6CE0A2E6}" dt="2026-09-08T07:41:04.082" v="58" actId="1076"/>
          <ac:spMkLst>
            <pc:docMk/>
            <pc:sldMk cId="501200823" sldId="256"/>
            <ac:spMk id="2" creationId="{F638734A-2A10-94E8-8414-2C19B29BFB5D}"/>
          </ac:spMkLst>
        </pc:spChg>
        <pc:spChg chg="mod">
          <ac:chgData name="GEETHIKA SAI BHIMA" userId="db92b93b9e4a4090" providerId="LiveId" clId="{D7CF3150-B6A2-4E88-850F-69BC6CE0A2E6}" dt="2026-09-08T07:41:35.771" v="66" actId="1076"/>
          <ac:spMkLst>
            <pc:docMk/>
            <pc:sldMk cId="501200823" sldId="256"/>
            <ac:spMk id="3" creationId="{2FF6F15E-100E-B013-79B2-1747B08FF0B6}"/>
          </ac:spMkLst>
        </pc:spChg>
        <pc:spChg chg="add mod">
          <ac:chgData name="GEETHIKA SAI BHIMA" userId="db92b93b9e4a4090" providerId="LiveId" clId="{D7CF3150-B6A2-4E88-850F-69BC6CE0A2E6}" dt="2026-09-08T07:41:29.054" v="65" actId="1076"/>
          <ac:spMkLst>
            <pc:docMk/>
            <pc:sldMk cId="501200823" sldId="256"/>
            <ac:spMk id="5" creationId="{D1FA3507-213D-8A5F-FCEF-F831D077D6CA}"/>
          </ac:spMkLst>
        </pc:spChg>
      </pc:sldChg>
      <pc:sldChg chg="new del">
        <pc:chgData name="GEETHIKA SAI BHIMA" userId="db92b93b9e4a4090" providerId="LiveId" clId="{D7CF3150-B6A2-4E88-850F-69BC6CE0A2E6}" dt="2026-09-08T07:39:07.903" v="30" actId="2696"/>
        <pc:sldMkLst>
          <pc:docMk/>
          <pc:sldMk cId="1318691172" sldId="257"/>
        </pc:sldMkLst>
      </pc:sldChg>
      <pc:sldChg chg="addSp modSp new mod">
        <pc:chgData name="GEETHIKA SAI BHIMA" userId="db92b93b9e4a4090" providerId="LiveId" clId="{D7CF3150-B6A2-4E88-850F-69BC6CE0A2E6}" dt="2026-09-08T07:44:10.559" v="100" actId="1076"/>
        <pc:sldMkLst>
          <pc:docMk/>
          <pc:sldMk cId="2465528620" sldId="257"/>
        </pc:sldMkLst>
        <pc:spChg chg="mod">
          <ac:chgData name="GEETHIKA SAI BHIMA" userId="db92b93b9e4a4090" providerId="LiveId" clId="{D7CF3150-B6A2-4E88-850F-69BC6CE0A2E6}" dt="2026-09-08T07:42:11.222" v="72" actId="255"/>
          <ac:spMkLst>
            <pc:docMk/>
            <pc:sldMk cId="2465528620" sldId="257"/>
            <ac:spMk id="2" creationId="{C29CF007-6420-0908-C7D3-E459280BD3D5}"/>
          </ac:spMkLst>
        </pc:spChg>
        <pc:spChg chg="mod">
          <ac:chgData name="GEETHIKA SAI BHIMA" userId="db92b93b9e4a4090" providerId="LiveId" clId="{D7CF3150-B6A2-4E88-850F-69BC6CE0A2E6}" dt="2026-09-08T07:44:10.559" v="100" actId="1076"/>
          <ac:spMkLst>
            <pc:docMk/>
            <pc:sldMk cId="2465528620" sldId="257"/>
            <ac:spMk id="3" creationId="{DAD86AB1-81F8-77DB-08AD-17C4DA108451}"/>
          </ac:spMkLst>
        </pc:spChg>
        <pc:spChg chg="add mod">
          <ac:chgData name="GEETHIKA SAI BHIMA" userId="db92b93b9e4a4090" providerId="LiveId" clId="{D7CF3150-B6A2-4E88-850F-69BC6CE0A2E6}" dt="2026-09-08T07:44:05.701" v="99" actId="1076"/>
          <ac:spMkLst>
            <pc:docMk/>
            <pc:sldMk cId="2465528620" sldId="257"/>
            <ac:spMk id="5" creationId="{C59DCA8B-F3B7-1EF9-F57C-BFD0ED6882EF}"/>
          </ac:spMkLst>
        </pc:spChg>
      </pc:sldChg>
      <pc:sldChg chg="addSp delSp modSp new mod">
        <pc:chgData name="GEETHIKA SAI BHIMA" userId="db92b93b9e4a4090" providerId="LiveId" clId="{D7CF3150-B6A2-4E88-850F-69BC6CE0A2E6}" dt="2026-09-08T07:48:13.377" v="145" actId="14100"/>
        <pc:sldMkLst>
          <pc:docMk/>
          <pc:sldMk cId="2399705269" sldId="258"/>
        </pc:sldMkLst>
        <pc:spChg chg="mod">
          <ac:chgData name="GEETHIKA SAI BHIMA" userId="db92b93b9e4a4090" providerId="LiveId" clId="{D7CF3150-B6A2-4E88-850F-69BC6CE0A2E6}" dt="2026-09-08T07:47:05.873" v="127" actId="1076"/>
          <ac:spMkLst>
            <pc:docMk/>
            <pc:sldMk cId="2399705269" sldId="258"/>
            <ac:spMk id="2" creationId="{34349B95-3063-026F-0004-5D1FD50BC3EB}"/>
          </ac:spMkLst>
        </pc:spChg>
        <pc:spChg chg="del">
          <ac:chgData name="GEETHIKA SAI BHIMA" userId="db92b93b9e4a4090" providerId="LiveId" clId="{D7CF3150-B6A2-4E88-850F-69BC6CE0A2E6}" dt="2026-09-08T07:44:33.883" v="104"/>
          <ac:spMkLst>
            <pc:docMk/>
            <pc:sldMk cId="2399705269" sldId="258"/>
            <ac:spMk id="3" creationId="{BF617DE4-0F0A-89D6-C69B-3C8078722BA0}"/>
          </ac:spMkLst>
        </pc:spChg>
        <pc:spChg chg="add mod">
          <ac:chgData name="GEETHIKA SAI BHIMA" userId="db92b93b9e4a4090" providerId="LiveId" clId="{D7CF3150-B6A2-4E88-850F-69BC6CE0A2E6}" dt="2026-09-08T07:47:09.003" v="128" actId="1076"/>
          <ac:spMkLst>
            <pc:docMk/>
            <pc:sldMk cId="2399705269" sldId="258"/>
            <ac:spMk id="6" creationId="{73733E18-7BC9-943E-EBB7-D5DA95EEBE33}"/>
          </ac:spMkLst>
        </pc:spChg>
        <pc:graphicFrameChg chg="add mod modGraphic">
          <ac:chgData name="GEETHIKA SAI BHIMA" userId="db92b93b9e4a4090" providerId="LiveId" clId="{D7CF3150-B6A2-4E88-850F-69BC6CE0A2E6}" dt="2026-09-08T07:47:15.225" v="129" actId="1076"/>
          <ac:graphicFrameMkLst>
            <pc:docMk/>
            <pc:sldMk cId="2399705269" sldId="258"/>
            <ac:graphicFrameMk id="4" creationId="{0917331F-1B1A-9117-D03C-6215DC99C403}"/>
          </ac:graphicFrameMkLst>
        </pc:graphicFrameChg>
        <pc:picChg chg="add mod">
          <ac:chgData name="GEETHIKA SAI BHIMA" userId="db92b93b9e4a4090" providerId="LiveId" clId="{D7CF3150-B6A2-4E88-850F-69BC6CE0A2E6}" dt="2026-09-08T07:47:58.819" v="140" actId="14100"/>
          <ac:picMkLst>
            <pc:docMk/>
            <pc:sldMk cId="2399705269" sldId="258"/>
            <ac:picMk id="8" creationId="{78EF45FB-2380-7532-0BC6-EF8BEF58231F}"/>
          </ac:picMkLst>
        </pc:picChg>
        <pc:picChg chg="add mod">
          <ac:chgData name="GEETHIKA SAI BHIMA" userId="db92b93b9e4a4090" providerId="LiveId" clId="{D7CF3150-B6A2-4E88-850F-69BC6CE0A2E6}" dt="2026-09-08T07:48:08.862" v="143" actId="14100"/>
          <ac:picMkLst>
            <pc:docMk/>
            <pc:sldMk cId="2399705269" sldId="258"/>
            <ac:picMk id="10" creationId="{81E3A95E-602B-D9A6-1D19-8F501ACFDCDA}"/>
          </ac:picMkLst>
        </pc:picChg>
        <pc:picChg chg="add mod">
          <ac:chgData name="GEETHIKA SAI BHIMA" userId="db92b93b9e4a4090" providerId="LiveId" clId="{D7CF3150-B6A2-4E88-850F-69BC6CE0A2E6}" dt="2026-09-08T07:48:13.377" v="145" actId="14100"/>
          <ac:picMkLst>
            <pc:docMk/>
            <pc:sldMk cId="2399705269" sldId="258"/>
            <ac:picMk id="12" creationId="{11A1708B-8010-FC35-FE13-2541E6DAFD41}"/>
          </ac:picMkLst>
        </pc:picChg>
      </pc:sldChg>
      <pc:sldChg chg="addSp modSp new mod">
        <pc:chgData name="GEETHIKA SAI BHIMA" userId="db92b93b9e4a4090" providerId="LiveId" clId="{D7CF3150-B6A2-4E88-850F-69BC6CE0A2E6}" dt="2026-09-08T07:50:38.191" v="186" actId="14100"/>
        <pc:sldMkLst>
          <pc:docMk/>
          <pc:sldMk cId="1154992995" sldId="259"/>
        </pc:sldMkLst>
        <pc:spChg chg="mod">
          <ac:chgData name="GEETHIKA SAI BHIMA" userId="db92b93b9e4a4090" providerId="LiveId" clId="{D7CF3150-B6A2-4E88-850F-69BC6CE0A2E6}" dt="2026-09-08T07:48:27.553" v="147"/>
          <ac:spMkLst>
            <pc:docMk/>
            <pc:sldMk cId="1154992995" sldId="259"/>
            <ac:spMk id="2" creationId="{0AE8D396-A0F3-3C85-8181-322623BEE1AF}"/>
          </ac:spMkLst>
        </pc:spChg>
        <pc:spChg chg="mod">
          <ac:chgData name="GEETHIKA SAI BHIMA" userId="db92b93b9e4a4090" providerId="LiveId" clId="{D7CF3150-B6A2-4E88-850F-69BC6CE0A2E6}" dt="2026-09-08T07:48:58.762" v="157" actId="5793"/>
          <ac:spMkLst>
            <pc:docMk/>
            <pc:sldMk cId="1154992995" sldId="259"/>
            <ac:spMk id="3" creationId="{C2BE0A84-77BF-0038-BF23-64935E3BC39F}"/>
          </ac:spMkLst>
        </pc:spChg>
        <pc:picChg chg="add mod">
          <ac:chgData name="GEETHIKA SAI BHIMA" userId="db92b93b9e4a4090" providerId="LiveId" clId="{D7CF3150-B6A2-4E88-850F-69BC6CE0A2E6}" dt="2026-09-08T07:50:32.197" v="183" actId="14100"/>
          <ac:picMkLst>
            <pc:docMk/>
            <pc:sldMk cId="1154992995" sldId="259"/>
            <ac:picMk id="5" creationId="{359E7C9E-5633-597C-9654-BA2A9E15383B}"/>
          </ac:picMkLst>
        </pc:picChg>
        <pc:picChg chg="add mod">
          <ac:chgData name="GEETHIKA SAI BHIMA" userId="db92b93b9e4a4090" providerId="LiveId" clId="{D7CF3150-B6A2-4E88-850F-69BC6CE0A2E6}" dt="2026-09-08T07:50:33.667" v="184" actId="1076"/>
          <ac:picMkLst>
            <pc:docMk/>
            <pc:sldMk cId="1154992995" sldId="259"/>
            <ac:picMk id="7" creationId="{3D2458AD-1F8E-E8F3-FECE-BAF6A26DCBCB}"/>
          </ac:picMkLst>
        </pc:picChg>
        <pc:picChg chg="add mod">
          <ac:chgData name="GEETHIKA SAI BHIMA" userId="db92b93b9e4a4090" providerId="LiveId" clId="{D7CF3150-B6A2-4E88-850F-69BC6CE0A2E6}" dt="2026-09-08T07:50:38.191" v="186" actId="14100"/>
          <ac:picMkLst>
            <pc:docMk/>
            <pc:sldMk cId="1154992995" sldId="259"/>
            <ac:picMk id="9" creationId="{7D7FF654-32B7-A291-ABF0-A90791250F6A}"/>
          </ac:picMkLst>
        </pc:picChg>
      </pc:sldChg>
      <pc:sldChg chg="addSp modSp new mod">
        <pc:chgData name="GEETHIKA SAI BHIMA" userId="db92b93b9e4a4090" providerId="LiveId" clId="{D7CF3150-B6A2-4E88-850F-69BC6CE0A2E6}" dt="2026-09-08T07:52:56.231" v="215" actId="1076"/>
        <pc:sldMkLst>
          <pc:docMk/>
          <pc:sldMk cId="3011268030" sldId="260"/>
        </pc:sldMkLst>
        <pc:spChg chg="mod">
          <ac:chgData name="GEETHIKA SAI BHIMA" userId="db92b93b9e4a4090" providerId="LiveId" clId="{D7CF3150-B6A2-4E88-850F-69BC6CE0A2E6}" dt="2026-09-08T07:51:34.101" v="196" actId="1076"/>
          <ac:spMkLst>
            <pc:docMk/>
            <pc:sldMk cId="3011268030" sldId="260"/>
            <ac:spMk id="2" creationId="{64E89B54-19EF-736E-F499-FC84616F8F5D}"/>
          </ac:spMkLst>
        </pc:spChg>
        <pc:spChg chg="mod">
          <ac:chgData name="GEETHIKA SAI BHIMA" userId="db92b93b9e4a4090" providerId="LiveId" clId="{D7CF3150-B6A2-4E88-850F-69BC6CE0A2E6}" dt="2026-09-08T07:51:47.305" v="199" actId="14100"/>
          <ac:spMkLst>
            <pc:docMk/>
            <pc:sldMk cId="3011268030" sldId="260"/>
            <ac:spMk id="3" creationId="{45CC2CAC-A16C-717D-95E4-B843CD0FE8DC}"/>
          </ac:spMkLst>
        </pc:spChg>
        <pc:spChg chg="add mod">
          <ac:chgData name="GEETHIKA SAI BHIMA" userId="db92b93b9e4a4090" providerId="LiveId" clId="{D7CF3150-B6A2-4E88-850F-69BC6CE0A2E6}" dt="2026-09-08T07:52:16.610" v="204" actId="14100"/>
          <ac:spMkLst>
            <pc:docMk/>
            <pc:sldMk cId="3011268030" sldId="260"/>
            <ac:spMk id="5" creationId="{B51E450D-A870-4D2A-50B5-B37AC39AF88C}"/>
          </ac:spMkLst>
        </pc:spChg>
        <pc:picChg chg="add mod">
          <ac:chgData name="GEETHIKA SAI BHIMA" userId="db92b93b9e4a4090" providerId="LiveId" clId="{D7CF3150-B6A2-4E88-850F-69BC6CE0A2E6}" dt="2026-09-08T07:52:39.650" v="210" actId="1076"/>
          <ac:picMkLst>
            <pc:docMk/>
            <pc:sldMk cId="3011268030" sldId="260"/>
            <ac:picMk id="7" creationId="{B80880C6-DCD1-7B5A-FE7A-F4F0A35F73C0}"/>
          </ac:picMkLst>
        </pc:picChg>
        <pc:picChg chg="add mod">
          <ac:chgData name="GEETHIKA SAI BHIMA" userId="db92b93b9e4a4090" providerId="LiveId" clId="{D7CF3150-B6A2-4E88-850F-69BC6CE0A2E6}" dt="2026-09-08T07:52:56.231" v="215" actId="1076"/>
          <ac:picMkLst>
            <pc:docMk/>
            <pc:sldMk cId="3011268030" sldId="260"/>
            <ac:picMk id="9" creationId="{A64E44C0-E11D-103D-51A0-BD1F5A9AE1B4}"/>
          </ac:picMkLst>
        </pc:picChg>
      </pc:sldChg>
      <pc:sldChg chg="addSp modSp new mod">
        <pc:chgData name="GEETHIKA SAI BHIMA" userId="db92b93b9e4a4090" providerId="LiveId" clId="{D7CF3150-B6A2-4E88-850F-69BC6CE0A2E6}" dt="2026-09-08T07:54:48.890" v="254" actId="14100"/>
        <pc:sldMkLst>
          <pc:docMk/>
          <pc:sldMk cId="325350124" sldId="261"/>
        </pc:sldMkLst>
        <pc:spChg chg="mod">
          <ac:chgData name="GEETHIKA SAI BHIMA" userId="db92b93b9e4a4090" providerId="LiveId" clId="{D7CF3150-B6A2-4E88-850F-69BC6CE0A2E6}" dt="2026-09-08T07:53:07.850" v="217"/>
          <ac:spMkLst>
            <pc:docMk/>
            <pc:sldMk cId="325350124" sldId="261"/>
            <ac:spMk id="2" creationId="{74E1A451-D2CF-8474-24DD-AC9165753F71}"/>
          </ac:spMkLst>
        </pc:spChg>
        <pc:spChg chg="mod">
          <ac:chgData name="GEETHIKA SAI BHIMA" userId="db92b93b9e4a4090" providerId="LiveId" clId="{D7CF3150-B6A2-4E88-850F-69BC6CE0A2E6}" dt="2026-09-08T07:54:25.936" v="248"/>
          <ac:spMkLst>
            <pc:docMk/>
            <pc:sldMk cId="325350124" sldId="261"/>
            <ac:spMk id="3" creationId="{05B84E6E-CBBF-597D-D0A4-6310ABF1E58C}"/>
          </ac:spMkLst>
        </pc:spChg>
        <pc:spChg chg="add mod">
          <ac:chgData name="GEETHIKA SAI BHIMA" userId="db92b93b9e4a4090" providerId="LiveId" clId="{D7CF3150-B6A2-4E88-850F-69BC6CE0A2E6}" dt="2026-09-08T07:54:48.890" v="254" actId="14100"/>
          <ac:spMkLst>
            <pc:docMk/>
            <pc:sldMk cId="325350124" sldId="261"/>
            <ac:spMk id="7" creationId="{11DB59A1-B342-AF71-A8D9-4DAD3E71CFF7}"/>
          </ac:spMkLst>
        </pc:spChg>
        <pc:picChg chg="add mod">
          <ac:chgData name="GEETHIKA SAI BHIMA" userId="db92b93b9e4a4090" providerId="LiveId" clId="{D7CF3150-B6A2-4E88-850F-69BC6CE0A2E6}" dt="2026-09-08T07:54:18.064" v="247" actId="1076"/>
          <ac:picMkLst>
            <pc:docMk/>
            <pc:sldMk cId="325350124" sldId="261"/>
            <ac:picMk id="5" creationId="{2332EC20-1640-0B7C-CFC2-D1FB1B3E5CF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93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8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69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37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782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01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19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41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9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88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17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642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1751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5231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803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431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909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309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422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18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1474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130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562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777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0304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901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28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FC89DEB-9D8D-4172-8DC5-30EB235636C8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2D5BBB1-204B-442A-B1FD-BE5780313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99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782" r:id="rId20"/>
    <p:sldLayoutId id="2147483783" r:id="rId21"/>
    <p:sldLayoutId id="2147483784" r:id="rId22"/>
    <p:sldLayoutId id="2147483785" r:id="rId23"/>
    <p:sldLayoutId id="2147483786" r:id="rId24"/>
    <p:sldLayoutId id="2147483787" r:id="rId25"/>
    <p:sldLayoutId id="2147483788" r:id="rId26"/>
    <p:sldLayoutId id="2147483789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734A-2A10-94E8-8414-2C19B29BF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734" y="896112"/>
            <a:ext cx="11180064" cy="3598672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NETGUARD</a:t>
            </a:r>
            <a:br>
              <a:rPr lang="en-IN" sz="4000" b="1" dirty="0"/>
            </a:br>
            <a:r>
              <a:rPr lang="en-IN" sz="4000" b="1" dirty="0"/>
              <a:t>Network Intrusion Detection System (NIDS)</a:t>
            </a:r>
            <a:br>
              <a:rPr lang="en-IN" sz="4000" b="1" dirty="0"/>
            </a:br>
            <a:r>
              <a:rPr lang="en-IN" sz="4000" b="1" dirty="0"/>
              <a:t>&amp; Log Analysis Engine</a:t>
            </a:r>
            <a:br>
              <a:rPr lang="en-IN" sz="4000" b="1" dirty="0"/>
            </a:br>
            <a:br>
              <a:rPr lang="en-IN" sz="4000" b="1" dirty="0"/>
            </a:br>
            <a:br>
              <a:rPr lang="en-IN" sz="4000" b="1" dirty="0"/>
            </a:br>
            <a:br>
              <a:rPr lang="en-IN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6F15E-100E-B013-79B2-1747B08FF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0480" y="4406710"/>
            <a:ext cx="4205046" cy="1655762"/>
          </a:xfrm>
        </p:spPr>
        <p:txBody>
          <a:bodyPr>
            <a:normAutofit/>
          </a:bodyPr>
          <a:lstStyle/>
          <a:p>
            <a:r>
              <a:rPr lang="en-IN" b="1" dirty="0"/>
              <a:t>Intern:</a:t>
            </a:r>
            <a:r>
              <a:rPr lang="en-IN" dirty="0"/>
              <a:t> Bhima Geethika Sai</a:t>
            </a:r>
            <a:br>
              <a:rPr lang="en-IN" dirty="0"/>
            </a:br>
            <a:r>
              <a:rPr lang="en-IN" b="1" dirty="0"/>
              <a:t>Intern ID:</a:t>
            </a:r>
            <a:r>
              <a:rPr lang="en-IN" dirty="0"/>
              <a:t> TSH/F0E7D424</a:t>
            </a:r>
            <a:br>
              <a:rPr lang="en-IN" dirty="0"/>
            </a:br>
            <a:r>
              <a:rPr lang="en-IN" b="1" dirty="0"/>
              <a:t>Organization:</a:t>
            </a:r>
            <a:r>
              <a:rPr lang="en-IN" dirty="0"/>
              <a:t> TechSkillHub</a:t>
            </a:r>
            <a:br>
              <a:rPr lang="en-IN" dirty="0"/>
            </a:br>
            <a:r>
              <a:rPr lang="en-IN" b="1" dirty="0"/>
              <a:t>Domain:</a:t>
            </a:r>
            <a:r>
              <a:rPr lang="en-IN" dirty="0"/>
              <a:t> Cyber Security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A3507-213D-8A5F-FCEF-F831D077D6CA}"/>
              </a:ext>
            </a:extLst>
          </p:cNvPr>
          <p:cNvSpPr txBox="1"/>
          <p:nvPr/>
        </p:nvSpPr>
        <p:spPr>
          <a:xfrm>
            <a:off x="565734" y="2980712"/>
            <a:ext cx="9308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Week 4 – Incident Response &amp; Final Release</a:t>
            </a:r>
          </a:p>
        </p:txBody>
      </p:sp>
    </p:spTree>
    <p:extLst>
      <p:ext uri="{BB962C8B-B14F-4D97-AF65-F5344CB8AC3E}">
        <p14:creationId xmlns:p14="http://schemas.microsoft.com/office/powerpoint/2010/main" val="50120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F007-6420-0908-C7D3-E459280BD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Project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6AB1-81F8-77DB-08AD-17C4DA108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088" y="1487022"/>
            <a:ext cx="3337561" cy="473659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NETGUARD SYSTEM ARCHITECTURE</a:t>
            </a:r>
          </a:p>
          <a:p>
            <a:pPr marL="0" indent="0">
              <a:buNone/>
            </a:pPr>
            <a:r>
              <a:rPr lang="en-IN" dirty="0"/>
              <a:t>Controlled Network Traffic / PCAP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   Snort IDS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 Custom Detection Rules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   Snort Alert Logs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     Logstash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  Elasticsearch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       Kibana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Threat Monitoring</a:t>
            </a:r>
          </a:p>
          <a:p>
            <a:pPr marL="0" indent="0">
              <a:buNone/>
            </a:pPr>
            <a:r>
              <a:rPr lang="en-IN" dirty="0"/>
              <a:t>              ↓</a:t>
            </a:r>
          </a:p>
          <a:p>
            <a:pPr marL="0" indent="0">
              <a:buNone/>
            </a:pPr>
            <a:r>
              <a:rPr lang="en-IN" dirty="0"/>
              <a:t>     Incident Response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DCA8B-F3B7-1EF9-F57C-BFD0ED6882EF}"/>
              </a:ext>
            </a:extLst>
          </p:cNvPr>
          <p:cNvSpPr txBox="1"/>
          <p:nvPr/>
        </p:nvSpPr>
        <p:spPr>
          <a:xfrm>
            <a:off x="5991606" y="1487022"/>
            <a:ext cx="47343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Key Components</a:t>
            </a:r>
          </a:p>
          <a:p>
            <a:pPr>
              <a:buNone/>
            </a:pPr>
            <a:endParaRPr lang="en-IN" sz="1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Wireshark</a:t>
            </a:r>
            <a:r>
              <a:rPr lang="en-IN" sz="1400" dirty="0"/>
              <a:t> – Network traffic and PCAP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Snort</a:t>
            </a:r>
            <a:r>
              <a:rPr lang="en-IN" sz="1400" dirty="0"/>
              <a:t> – Intrusion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Logstash</a:t>
            </a:r>
            <a:r>
              <a:rPr lang="en-IN" sz="1400" dirty="0"/>
              <a:t> – Log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Elasticsearch</a:t>
            </a:r>
            <a:r>
              <a:rPr lang="en-IN" sz="1400" dirty="0"/>
              <a:t> – Alert storage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Kibana</a:t>
            </a:r>
            <a:r>
              <a:rPr lang="en-IN" sz="1400" dirty="0"/>
              <a:t> – SIEM visualization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NIST-aligned IR</a:t>
            </a:r>
            <a:r>
              <a:rPr lang="en-IN" sz="1400" dirty="0"/>
              <a:t> – Incident response</a:t>
            </a:r>
          </a:p>
        </p:txBody>
      </p:sp>
    </p:spTree>
    <p:extLst>
      <p:ext uri="{BB962C8B-B14F-4D97-AF65-F5344CB8AC3E}">
        <p14:creationId xmlns:p14="http://schemas.microsoft.com/office/powerpoint/2010/main" val="246552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9B95-3063-026F-0004-5D1FD50B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1597"/>
            <a:ext cx="10963655" cy="972373"/>
          </a:xfrm>
        </p:spPr>
        <p:txBody>
          <a:bodyPr/>
          <a:lstStyle/>
          <a:p>
            <a:r>
              <a:rPr lang="en-IN" dirty="0"/>
              <a:t>Attack Simulation &amp; Detection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17331F-1B1A-9117-D03C-6215DC99C4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660176"/>
              </p:ext>
            </p:extLst>
          </p:nvPr>
        </p:nvGraphicFramePr>
        <p:xfrm>
          <a:off x="210312" y="1423255"/>
          <a:ext cx="7836408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28076">
                  <a:extLst>
                    <a:ext uri="{9D8B030D-6E8A-4147-A177-3AD203B41FA5}">
                      <a16:colId xmlns:a16="http://schemas.microsoft.com/office/drawing/2014/main" val="3306829793"/>
                    </a:ext>
                  </a:extLst>
                </a:gridCol>
                <a:gridCol w="2654166">
                  <a:extLst>
                    <a:ext uri="{9D8B030D-6E8A-4147-A177-3AD203B41FA5}">
                      <a16:colId xmlns:a16="http://schemas.microsoft.com/office/drawing/2014/main" val="3453753810"/>
                    </a:ext>
                  </a:extLst>
                </a:gridCol>
                <a:gridCol w="2654166">
                  <a:extLst>
                    <a:ext uri="{9D8B030D-6E8A-4147-A177-3AD203B41FA5}">
                      <a16:colId xmlns:a16="http://schemas.microsoft.com/office/drawing/2014/main" val="7814075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Simulation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67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ICMP Sweep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10.10.10.10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SID 1000001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457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TCP SYN Scan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10.10.10.20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SID 1000002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567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SSH Connection Burst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10.10.10.30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SID 1000003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8401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733E18-7BC9-943E-EBB7-D5DA95EEBE33}"/>
              </a:ext>
            </a:extLst>
          </p:cNvPr>
          <p:cNvSpPr txBox="1"/>
          <p:nvPr/>
        </p:nvSpPr>
        <p:spPr>
          <a:xfrm>
            <a:off x="448012" y="89821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CONTROLLED ATTACK SIMULATIONS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EF45FB-2380-7532-0BC6-EF8BEF582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4" y="3316329"/>
            <a:ext cx="6489192" cy="14842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E3A95E-602B-D9A6-1D19-8F501ACFD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04" y="4956315"/>
            <a:ext cx="6580632" cy="11049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A1708B-8010-FC35-FE13-2541E6DAF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720" y="3610056"/>
            <a:ext cx="5065776" cy="23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0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D396-A0F3-3C85-8181-322623BE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SIEM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E0A84-77BF-0038-BF23-64935E3BC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SIEM ALERT VERIFICATION</a:t>
            </a:r>
          </a:p>
          <a:p>
            <a:r>
              <a:rPr lang="en-IN" b="1" dirty="0"/>
              <a:t>Snort → Logstash → Elasticsearch → Kibana</a:t>
            </a:r>
          </a:p>
          <a:p>
            <a:r>
              <a:rPr lang="en-IN" dirty="0"/>
              <a:t>The generated alerts were successfully forwarded to the centralized SIEM and </a:t>
            </a:r>
            <a:r>
              <a:rPr lang="en-IN" dirty="0" err="1"/>
              <a:t>analyzed</a:t>
            </a:r>
            <a:r>
              <a:rPr lang="en-IN" dirty="0"/>
              <a:t> using Kibana Discover.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E7C9E-5633-597C-9654-BA2A9E153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3337560"/>
            <a:ext cx="3858768" cy="2496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458AD-1F8E-E8F3-FECE-BAF6A26DC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91" y="3337560"/>
            <a:ext cx="3663755" cy="2496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7FF654-32B7-A291-ABF0-A90791250F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281" y="3337560"/>
            <a:ext cx="3538781" cy="249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92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9B54-19EF-736E-F499-FC84616F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" y="-70567"/>
            <a:ext cx="10963655" cy="972373"/>
          </a:xfrm>
        </p:spPr>
        <p:txBody>
          <a:bodyPr/>
          <a:lstStyle/>
          <a:p>
            <a:r>
              <a:rPr lang="en-IN" dirty="0"/>
              <a:t>Incident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2CAC-A16C-717D-95E4-B843CD0FE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1069782"/>
            <a:ext cx="3474720" cy="1975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NIST-ALIGNED INCIDENT RESPONSE</a:t>
            </a:r>
          </a:p>
          <a:p>
            <a:pPr marL="0" indent="0">
              <a:buNone/>
            </a:pPr>
            <a:r>
              <a:rPr lang="en-IN" b="1" dirty="0"/>
              <a:t>1. Preparation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Snort and custom rules configured </a:t>
            </a:r>
          </a:p>
          <a:p>
            <a:pPr marL="0" lvl="0" indent="0">
              <a:buNone/>
            </a:pPr>
            <a:r>
              <a:rPr lang="en-IN" dirty="0"/>
              <a:t>ELK stack prepared </a:t>
            </a:r>
          </a:p>
          <a:p>
            <a:pPr marL="0" lvl="0" indent="0">
              <a:buNone/>
            </a:pPr>
            <a:r>
              <a:rPr lang="en-IN" dirty="0"/>
              <a:t>SIEM dashboard configured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E450D-A870-4D2A-50B5-B37AC39AF88C}"/>
              </a:ext>
            </a:extLst>
          </p:cNvPr>
          <p:cNvSpPr txBox="1"/>
          <p:nvPr/>
        </p:nvSpPr>
        <p:spPr>
          <a:xfrm>
            <a:off x="192024" y="3044952"/>
            <a:ext cx="3474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400" b="1" dirty="0"/>
              <a:t>2. Detection &amp; Analysis</a:t>
            </a:r>
            <a:endParaRPr lang="en-IN" sz="1400" dirty="0"/>
          </a:p>
          <a:p>
            <a:pPr marL="0" lvl="0" indent="0">
              <a:buNone/>
            </a:pPr>
            <a:r>
              <a:rPr lang="en-IN" sz="1400" dirty="0"/>
              <a:t>SSH brute-force alert detected </a:t>
            </a:r>
          </a:p>
          <a:p>
            <a:pPr marL="0" lvl="0" indent="0">
              <a:buNone/>
            </a:pPr>
            <a:r>
              <a:rPr lang="en-IN" sz="1400" dirty="0"/>
              <a:t>Source: 10.10.10.30 </a:t>
            </a:r>
          </a:p>
          <a:p>
            <a:pPr marL="0" lvl="0" indent="0">
              <a:buNone/>
            </a:pPr>
            <a:r>
              <a:rPr lang="en-IN" sz="1400" dirty="0"/>
              <a:t>Destination: 10.10.10.1:22 </a:t>
            </a:r>
          </a:p>
          <a:p>
            <a:pPr marL="0" lvl="0" indent="0">
              <a:buNone/>
            </a:pPr>
            <a:r>
              <a:rPr lang="en-IN" sz="1400" dirty="0"/>
              <a:t>SID: 1000003 </a:t>
            </a:r>
          </a:p>
          <a:p>
            <a:pPr marL="0" indent="0">
              <a:buNone/>
            </a:pPr>
            <a:r>
              <a:rPr lang="en-IN" sz="1400" b="1" dirty="0"/>
              <a:t>3. Containment</a:t>
            </a:r>
            <a:endParaRPr lang="en-IN" sz="1400" dirty="0"/>
          </a:p>
          <a:p>
            <a:pPr marL="0" lvl="0" indent="0">
              <a:buNone/>
            </a:pPr>
            <a:r>
              <a:rPr lang="en-IN" sz="1400" dirty="0"/>
              <a:t>Simulated source treated as untrusted </a:t>
            </a:r>
          </a:p>
          <a:p>
            <a:pPr marL="0" lvl="0" indent="0">
              <a:buNone/>
            </a:pPr>
            <a:r>
              <a:rPr lang="en-IN" sz="1400" dirty="0"/>
              <a:t>Isolation/blocking documented </a:t>
            </a:r>
          </a:p>
          <a:p>
            <a:pPr marL="0" lvl="0" indent="0">
              <a:buNone/>
            </a:pPr>
            <a:r>
              <a:rPr lang="en-IN" sz="1400" dirty="0"/>
              <a:t>No real network blocking performed </a:t>
            </a:r>
          </a:p>
          <a:p>
            <a:pPr marL="0" indent="0">
              <a:buNone/>
            </a:pPr>
            <a:r>
              <a:rPr lang="en-IN" sz="1400" b="1" dirty="0"/>
              <a:t>4. Eradication &amp; Recovery</a:t>
            </a:r>
            <a:endParaRPr lang="en-IN" sz="1400" dirty="0"/>
          </a:p>
          <a:p>
            <a:pPr marL="0" lvl="0" indent="0">
              <a:buNone/>
            </a:pPr>
            <a:r>
              <a:rPr lang="en-IN" sz="1400" dirty="0"/>
              <a:t>No persistent compromise established </a:t>
            </a:r>
          </a:p>
          <a:p>
            <a:pPr marL="0" lvl="0" indent="0">
              <a:buNone/>
            </a:pPr>
            <a:r>
              <a:rPr lang="en-IN" sz="1400" dirty="0"/>
              <a:t>Detection and evidence verified </a:t>
            </a:r>
          </a:p>
          <a:p>
            <a:pPr marL="0" indent="0">
              <a:buNone/>
            </a:pPr>
            <a:r>
              <a:rPr lang="en-IN" sz="1400" b="1" dirty="0"/>
              <a:t>5. Post-Incident Activity</a:t>
            </a:r>
            <a:endParaRPr lang="en-IN" sz="1400" dirty="0"/>
          </a:p>
          <a:p>
            <a:pPr marL="0" lvl="0" indent="0">
              <a:buNone/>
            </a:pPr>
            <a:r>
              <a:rPr lang="en-IN" sz="1400" dirty="0"/>
              <a:t>Alert </a:t>
            </a:r>
            <a:r>
              <a:rPr lang="en-IN" sz="1400" dirty="0" err="1"/>
              <a:t>analyzed</a:t>
            </a:r>
            <a:r>
              <a:rPr lang="en-IN" sz="1400" dirty="0"/>
              <a:t> </a:t>
            </a:r>
          </a:p>
          <a:p>
            <a:pPr marL="0" lvl="0" indent="0">
              <a:buNone/>
            </a:pPr>
            <a:r>
              <a:rPr lang="en-IN" sz="1400" dirty="0"/>
              <a:t>Evidence preserved </a:t>
            </a:r>
          </a:p>
          <a:p>
            <a:pPr marL="0" lvl="0" indent="0">
              <a:buNone/>
            </a:pPr>
            <a:r>
              <a:rPr lang="en-IN" sz="1400" dirty="0"/>
              <a:t>Incident documented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880C6-DCD1-7B5A-FE7A-F4F0A35F7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751" y="521208"/>
            <a:ext cx="4610337" cy="2523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E44C0-E11D-103D-51A0-BD1F5A9AE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796" y="3429000"/>
            <a:ext cx="4610337" cy="307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6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1A451-D2CF-8474-24DD-AC916575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Results &amp;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84E6E-CBBF-597D-D0A4-6310ABF1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RESULTS &amp; FINAL THREAT MONITORING</a:t>
            </a:r>
          </a:p>
          <a:p>
            <a:r>
              <a:rPr lang="en-IN"/>
              <a:t> ICMP sweep detection verified.</a:t>
            </a:r>
          </a:p>
          <a:p>
            <a:r>
              <a:rPr lang="en-IN"/>
              <a:t> TCP SYN scan detection verified.</a:t>
            </a:r>
          </a:p>
          <a:p>
            <a:r>
              <a:rPr lang="en-IN"/>
              <a:t> SSH brute-force detection verified.</a:t>
            </a:r>
          </a:p>
          <a:p>
            <a:r>
              <a:rPr lang="en-IN"/>
              <a:t> Snort alerts integrated with ELK.</a:t>
            </a:r>
          </a:p>
          <a:p>
            <a:r>
              <a:rPr lang="en-IN"/>
              <a:t> Kibana SIEM monitoring verified.</a:t>
            </a:r>
          </a:p>
          <a:p>
            <a:r>
              <a:rPr lang="en-IN"/>
              <a:t> Incident response documented.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2EC20-1640-0B7C-CFC2-D1FB1B3E5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1935855"/>
            <a:ext cx="4767743" cy="2030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B59A1-B342-AF71-A8D9-4DAD3E71CFF7}"/>
              </a:ext>
            </a:extLst>
          </p:cNvPr>
          <p:cNvSpPr txBox="1"/>
          <p:nvPr/>
        </p:nvSpPr>
        <p:spPr>
          <a:xfrm>
            <a:off x="960120" y="4668119"/>
            <a:ext cx="9718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Final Outcome</a:t>
            </a:r>
          </a:p>
          <a:p>
            <a:pPr>
              <a:buNone/>
            </a:pPr>
            <a:r>
              <a:rPr lang="en-IN" dirty="0"/>
              <a:t>Network Simulation → Detection → SIEM → Analysis → Response</a:t>
            </a:r>
          </a:p>
        </p:txBody>
      </p:sp>
    </p:spTree>
    <p:extLst>
      <p:ext uri="{BB962C8B-B14F-4D97-AF65-F5344CB8AC3E}">
        <p14:creationId xmlns:p14="http://schemas.microsoft.com/office/powerpoint/2010/main" val="32535012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18</TotalTime>
  <Words>317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Helena</vt:lpstr>
      <vt:lpstr>NETGUARD Network Intrusion Detection System (NIDS) &amp; Log Analysis Engine    </vt:lpstr>
      <vt:lpstr>Project Architecture </vt:lpstr>
      <vt:lpstr>Attack Simulation &amp; Detection</vt:lpstr>
      <vt:lpstr>SIEM Monitoring</vt:lpstr>
      <vt:lpstr>Incident Response</vt:lpstr>
      <vt:lpstr>Final Results &amp;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GEETHIKA SAI BHIMA</dc:creator>
  <cp:lastModifiedBy>GEETHIKA SAI BHIMA</cp:lastModifiedBy>
  <cp:revision>1</cp:revision>
  <dcterms:created xsi:type="dcterms:W3CDTF">2026-09-08T07:35:57Z</dcterms:created>
  <dcterms:modified xsi:type="dcterms:W3CDTF">2026-09-08T07:54:49Z</dcterms:modified>
</cp:coreProperties>
</file>